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Mobile Application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D2E7EF"/>
                </a:solidFill>
                <a:latin typeface="Aptos Display"/>
              </a:defRPr>
            </a:pPr>
            <a:r>
              <a:t>Week 2: Persistent Data and Offline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977639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Student Task Planner  |  localStorage • JSON • Service Workers • PWA Manifest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5"/>
                </a:solidFill>
                <a:latin typeface="Aptos"/>
              </a:defRPr>
            </a:pPr>
            <a:r>
              <a:t>By the end of this lecture and practical, you should be able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Connect HTML elements to JavaScript using element IDs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Save and retrieve task data using localStorage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Explain JSON.parse() and JSON.stringify()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Register a service worker and explain its role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Cache application files and test offline loading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Describe the purpose of manifest.json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Week 1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5"/>
                </a:solidFill>
                <a:latin typeface="Aptos"/>
              </a:defRPr>
            </a:pPr>
            <a:r>
              <a:t>We already created a simple interface and responded to a button click.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6400800" cy="219456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9436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303A"/>
                </a:solidFill>
                <a:latin typeface="Consolas"/>
              </a:defRPr>
            </a:pPr>
            <a:r>
              <a:t>const button = document.getElementById("addtask");</a:t>
            </a:r>
          </a:p>
          <a:p>
            <a:pPr>
              <a:defRPr sz="15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defRPr sz="1500">
                <a:solidFill>
                  <a:srgbClr val="26303A"/>
                </a:solidFill>
                <a:latin typeface="Consolas"/>
              </a:defRPr>
            </a:pPr>
            <a:r>
              <a:t>button.addEventListener("click", () =&gt; {</a:t>
            </a:r>
          </a:p>
          <a:p>
            <a:pPr>
              <a:defRPr sz="1500">
                <a:solidFill>
                  <a:srgbClr val="26303A"/>
                </a:solidFill>
                <a:latin typeface="Consolas"/>
              </a:defRPr>
            </a:pPr>
            <a:r>
              <a:t>    alert("Welcome to the application!");</a:t>
            </a:r>
          </a:p>
          <a:p>
            <a:pPr>
              <a:defRPr sz="1500">
                <a:solidFill>
                  <a:srgbClr val="26303A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4592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A"/>
                </a:solidFill>
                <a:latin typeface="Aptos"/>
              </a:defRPr>
            </a:pPr>
            <a:r>
              <a:t>Week 1: select an element and respond to a click.</a:t>
            </a:r>
          </a:p>
          <a:p>
            <a:pPr>
              <a:spcAft>
                <a:spcPts val="1200"/>
              </a:spcAft>
              <a:defRPr sz="1800">
                <a:solidFill>
                  <a:srgbClr val="26303A"/>
                </a:solidFill>
                <a:latin typeface="Aptos"/>
              </a:defRPr>
            </a:pPr>
            <a:r>
              <a:t>Week 2: build on the same ideas to add tasks, save data, and support offline loading.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What Are We Building?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5"/>
                </a:solidFill>
                <a:latin typeface="Aptos"/>
              </a:defRPr>
            </a:pPr>
            <a:r>
              <a:t>A small Student Task Planner that keeps tasks after a refresh.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Enter a task in the input field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Select Add Task to add it to the list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Save the task list in the browser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Reload the page and restore saved tasks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Cache the app's essential files so they can load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Project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5"/>
                </a:solidFill>
                <a:latin typeface="Aptos"/>
              </a:defRPr>
            </a:pPr>
            <a:r>
              <a:t>Create these files in one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index.html — the interface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app.js — task handling and localStorage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service-worker.js — caching and fetch handling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register-sw.js — registers the service worker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manifest.json — app name and display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index.html: The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&lt;h1&gt;Student Task Planner&lt;/h1&gt;</a:t>
            </a:r>
          </a:p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&lt;form id="taskForm"&gt;</a:t>
            </a:r>
          </a:p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    &lt;input id="taskInput" placeholder="Enter a task"&gt;</a:t>
            </a:r>
          </a:p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    &lt;button type="submit"&gt;Add Task&lt;/button&gt;</a:t>
            </a:r>
          </a:p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&lt;/form&gt;</a:t>
            </a:r>
          </a:p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&lt;ul id="taskList"&gt;&lt;/ul&gt;</a:t>
            </a:r>
          </a:p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&lt;script src="app.js"&gt;&lt;/script&gt;</a:t>
            </a:r>
          </a:p>
          <a:p>
            <a:pPr>
              <a:spcAft>
                <a:spcPts val="0"/>
              </a:spcAft>
              <a:defRPr sz="1600">
                <a:solidFill>
                  <a:srgbClr val="26303A"/>
                </a:solidFill>
                <a:latin typeface="Consolas"/>
              </a:defRPr>
            </a:pPr>
            <a:r>
              <a:t>&lt;script src="register-sw.js"&gt;&lt;/script&gt;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The heading identifies the app.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taskForm groups the input and button.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taskInput is where the user types.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taskList is where tasks appear.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app.js handles the tasks; register-sw.js registers the service worker.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HTML IDs Connect to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The form uses id="taskForm".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The input uses id="taskInput".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The list uses id="taskList".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JavaScript searches for these exact IDs.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If an ID differs, getElementById() may return null and the code can fail.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app.js: Select HTML Elements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const form = document.getElementById("taskForm");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const input = document.getElementById("taskInput");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const taskList = document.getElementById("taskList");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document refers to the current webpage.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getElementById() finds an element by its ID.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form, input, and taskList are variables that let JavaScript work with the interface.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const prevents these variables from being reassigned.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Load Saved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900">
                <a:solidFill>
                  <a:srgbClr val="26303A"/>
                </a:solidFill>
                <a:latin typeface="Consolas"/>
              </a:defRPr>
            </a:pPr>
            <a:r>
              <a:t>let tasks = JSON.parse(localStorage.getItem("tasks")) || [];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getItem("tasks") retrieves the saved value.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localStorage stores values as text.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JSON.parse() converts the stored JSON text back into an array.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|| [] uses an empty array if nothing has been saved yet.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let is used because the tasks array will be updated.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Why Do We Need JSON?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JSON means JavaScript Object Notation.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JSON.stringify(array) converts an array into text for storage.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JSON.parse(text) converts JSON text back into a JavaScript value.</a:t>
            </a:r>
          </a:p>
          <a:p>
            <a:pPr>
              <a:spcAft>
                <a:spcPts val="1200"/>
              </a:spcAft>
              <a:defRPr sz="2200">
                <a:solidFill>
                  <a:srgbClr val="26303A"/>
                </a:solidFill>
                <a:latin typeface="Aptos"/>
              </a:defRPr>
            </a:pPr>
            <a:r>
              <a:t>localStorage stores text, so JSON lets us save an array of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60520"/>
            <a:ext cx="10241280" cy="11430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38912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1A304A"/>
                </a:solidFill>
                <a:latin typeface="Consolas"/>
              </a:defRPr>
            </a:pPr>
            <a:r>
              <a:t>["Study", "Complete coursework"]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Display Tasks: Clear the Old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function displayTasks() {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taskList.innerHTML = "";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tasks.forEach(function(task) {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const li = document.createElement("li");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li.textContent = task;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taskList.appendChild(li);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});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displayTasks() is a reusable function.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innerHTML = "" clears the current list before rebuilding it.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forEach() runs once for each task in the array.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createElement("li") creates a list item.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textContent sets the task text.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appendChild() adds the item to the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Handle Form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form.addEventListener("submit", function(event) {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   event.preventDefault();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   const task = input.value.trim();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   if (task === "") return;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   tasks.push(task);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   localStorage.setItem("tasks", JSON.stringify(tasks));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   input.value = "";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    displayTasks();</a:t>
            </a:r>
          </a:p>
          <a:p>
            <a:pPr>
              <a:spcAft>
                <a:spcPts val="0"/>
              </a:spcAft>
              <a:defRPr sz="1400">
                <a:solidFill>
                  <a:srgbClr val="26303A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submit runs when the form is submitted.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preventDefault() stops the page from reloading.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input.value reads the entered text.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trim() removes spaces at the start and end.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An empty task is ignored.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push() adds the task to the array.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setItem() saves the updated array as JSON text.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The input is cleared and the list is refreshed.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Show Saved Tasks on Page 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200">
                <a:solidFill>
                  <a:srgbClr val="26303A"/>
                </a:solidFill>
                <a:latin typeface="Consolas"/>
              </a:defRPr>
            </a:pPr>
            <a:r>
              <a:t>displayTasks();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This line calls the displayTasks() function when app.js runs.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The tasks array was loaded from localStorage earlier.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The function displays those saved tasks on the page.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Without this call, stored tasks would not automatically appear.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Complete app.js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const form = document.getElementById("taskForm");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const input = document.getElementById("taskInput");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const taskList = document.getElementById("taskList");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let tasks = JSON.parse(localStorage.getItem("tasks")) || [];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function displayTasks() {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taskList.innerHTML = "";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tasks.forEach(function(task) {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const li = document.createElement("li");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li.textContent = task;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taskList.appendChild(li);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});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form.addEventListener("submit", function(event) {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event.preventDefault();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const task = input.value.trim();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if (task === "") return;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tasks.push(task);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localStorage.setItem("tasks", JSON.stringify(tasks));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input.value = "";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displayTasks();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displayTasks();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Copy all of this code into app.js.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Keep the order of the statements and function calls.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The IDs must match index.html.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Test adding two tasks, then refresh the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localStorage: What Does It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Stores data in the browser for a particular website origin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Data usually remains after a refresh or browser restart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Does not automatically sync to another browser or device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Is different from the Cache API used by a service worker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Use it for this small demo, not as a replacement for a server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What Is a Service Worker?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A JavaScript file that runs separately from the webpage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Can listen for network requests made within its scope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Can use the Cache API to store app resources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Can help cached resources load when the device is offline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It does not store the user's tasks; localStorage does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register-sw.js: Register the Service Worker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if ("serviceWorker" in navigator) {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  navigator.serviceWorker.register("./service-worker.js");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Checks whether the browser supports service workers.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navigator.serviceWorker.register() registers the file.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The path must match the actual service-worker filename.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Run the app on HTTPS or localhost, for example with VS Code Live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service-worker.js: Choose Files to Cache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const CACHE_NAME = "task-planner-v1";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const FILES = [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  "./",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  "./index.html",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  "./app.js",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  "./manifest.json"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CACHE_NAME identifies the cache version.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FILES lists the resources to cache during installation.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Include every required resource that exists in your project.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cache.addAll() fails if one of the listed resources cannot be fetched.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Service Worker: Install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self.addEventListener("install", function(event) {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event.waitUntil(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caches.open(CACHE_NAME)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    .then(function(cache) {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        return cache.addAll(FILES);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    })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install runs when a new service worker is being installed.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caches.open() opens or creates the named cache.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cache.addAll(FILES) fetches and stores the listed resources.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event.waitUntil() keeps installation pending until caching finishes.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If caching fails, installation may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Service Worker: Fetch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self.addEventListener("fetch", function(event) {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if (event.request.method !== "GET") return;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event.respondWith(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caches.match(event.request)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    .then(function(response) {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        return response || fetch(event.request);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        })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0"/>
              </a:spcAft>
              <a:defRPr sz="1500">
                <a:solidFill>
                  <a:srgbClr val="26303A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fetch runs for requests within the service worker's scope.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Only GET requests are handled by this code.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caches.match() searches for a cached response.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If found, the cached response is returned.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If not found, fetch() tries the network.</a:t>
            </a:r>
          </a:p>
          <a:p>
            <a:pPr>
              <a:spcAft>
                <a:spcPts val="1200"/>
              </a:spcAft>
              <a:defRPr sz="1500">
                <a:solidFill>
                  <a:srgbClr val="26303A"/>
                </a:solidFill>
                <a:latin typeface="Aptos"/>
              </a:defRPr>
            </a:pPr>
            <a:r>
              <a:t>This cache-first example supports offline access only for cached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Complete service-worker.js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const CACHE_NAME = "task-planner-v1";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const FILES = [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"./",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"./index.html",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"./app.js",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"./manifest.json"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];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self.addEventListener("install", function(event) {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event.waitUntil(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caches.open(CACHE_NAME)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    .then(function(cache) {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        return cache.addAll(FILES);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    })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self.addEventListener("fetch", function(event) {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if (event.request.method !== "GET") return;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event.respondWith(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caches.match(event.request)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    .then(function(response) {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        return response || fetch(event.request);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        })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0"/>
              </a:spcAft>
              <a:defRPr sz="1100">
                <a:solidFill>
                  <a:srgbClr val="26303A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Copy the complete code into service-worker.js.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Check that all files listed in FILES exist.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Open the app through localhost or HTTPS.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After first loading online, test the app with the browser offline toggle.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manifest.json: App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"name": "Student Task Planner",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"short_name": "Task Planner",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"start_url": "./index.html",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"display": "standalone",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"background_color": "#ffffff",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  "theme_color": "#2563eb"</a:t>
            </a:r>
          </a:p>
          <a:p>
            <a:pPr>
              <a:spcAft>
                <a:spcPts val="0"/>
              </a:spcAft>
              <a:defRPr sz="1700">
                <a:solidFill>
                  <a:srgbClr val="26303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name is the full app name.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short_name is the shorter display name.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start_url is the page opened when launching the app.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standalone requests an app-like display where supported.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background_color and theme_color provide preferred UI colours.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Connect the Manifest in HTML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6675120" cy="48920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309359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900">
                <a:solidFill>
                  <a:srgbClr val="26303A"/>
                </a:solidFill>
                <a:latin typeface="Consolas"/>
              </a:defRPr>
            </a:pPr>
            <a:r>
              <a:t>&lt;link rel="manifest" href="manifest.json"&gt;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Place this line inside the HTML head.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The href must match the manifest filename and path.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The manifest describes the app; it does not cache files.</a:t>
            </a:r>
          </a:p>
          <a:p>
            <a:pPr>
              <a:spcAft>
                <a:spcPts val="1200"/>
              </a:spcAft>
              <a:defRPr sz="1700">
                <a:solidFill>
                  <a:srgbClr val="26303A"/>
                </a:solidFill>
                <a:latin typeface="Aptos"/>
              </a:defRPr>
            </a:pPr>
            <a:r>
              <a:t>Installability also depends on browser support and other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Keep the Responsibilities Separate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2578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673351"/>
            <a:ext cx="48463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304A"/>
                </a:solidFill>
                <a:latin typeface="Aptos Display"/>
              </a:defRPr>
            </a:pPr>
            <a:r>
              <a:t>app.js</a:t>
            </a:r>
          </a:p>
          <a:p>
            <a:pPr>
              <a:defRPr sz="1400" b="1">
                <a:solidFill>
                  <a:srgbClr val="248487"/>
                </a:solidFill>
                <a:latin typeface="Aptos"/>
              </a:defRPr>
            </a:pPr>
            <a:r>
              <a:t>Task behaviour</a:t>
            </a:r>
          </a:p>
          <a:p>
            <a:pPr>
              <a:defRPr sz="1300">
                <a:solidFill>
                  <a:srgbClr val="26303A"/>
                </a:solidFill>
                <a:latin typeface="Aptos"/>
              </a:defRPr>
            </a:pPr>
            <a:r>
              <a:t>Adds tasks, updates the page and saves task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578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673351"/>
            <a:ext cx="48463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304A"/>
                </a:solidFill>
                <a:latin typeface="Aptos Display"/>
              </a:defRPr>
            </a:pPr>
            <a:r>
              <a:t>localStorage</a:t>
            </a:r>
          </a:p>
          <a:p>
            <a:pPr>
              <a:defRPr sz="1400" b="1">
                <a:solidFill>
                  <a:srgbClr val="248487"/>
                </a:solidFill>
                <a:latin typeface="Aptos"/>
              </a:defRPr>
            </a:pPr>
            <a:r>
              <a:t>Task data</a:t>
            </a:r>
          </a:p>
          <a:p>
            <a:pPr>
              <a:defRPr sz="1300">
                <a:solidFill>
                  <a:srgbClr val="26303A"/>
                </a:solidFill>
                <a:latin typeface="Aptos"/>
              </a:defRPr>
            </a:pPr>
            <a:r>
              <a:t>Stores the tasks as text in the browser.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52578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822191"/>
            <a:ext cx="48463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304A"/>
                </a:solidFill>
                <a:latin typeface="Aptos Display"/>
              </a:defRPr>
            </a:pPr>
            <a:r>
              <a:t>Service worker + Cache API</a:t>
            </a:r>
          </a:p>
          <a:p>
            <a:pPr>
              <a:defRPr sz="1400" b="1">
                <a:solidFill>
                  <a:srgbClr val="248487"/>
                </a:solidFill>
                <a:latin typeface="Aptos"/>
              </a:defRPr>
            </a:pPr>
            <a:r>
              <a:t>Offline resources</a:t>
            </a:r>
          </a:p>
          <a:p>
            <a:pPr>
              <a:defRPr sz="1300">
                <a:solidFill>
                  <a:srgbClr val="26303A"/>
                </a:solidFill>
                <a:latin typeface="Aptos"/>
              </a:defRPr>
            </a:pPr>
            <a:r>
              <a:t>Caches app files and responds to requests.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25780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3822191"/>
            <a:ext cx="48463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304A"/>
                </a:solidFill>
                <a:latin typeface="Aptos Display"/>
              </a:defRPr>
            </a:pPr>
            <a:r>
              <a:t>manifest.json</a:t>
            </a:r>
          </a:p>
          <a:p>
            <a:pPr>
              <a:defRPr sz="1400" b="1">
                <a:solidFill>
                  <a:srgbClr val="248487"/>
                </a:solidFill>
                <a:latin typeface="Aptos"/>
              </a:defRPr>
            </a:pPr>
            <a:r>
              <a:t>App description</a:t>
            </a:r>
          </a:p>
          <a:p>
            <a:pPr>
              <a:defRPr sz="1300">
                <a:solidFill>
                  <a:srgbClr val="26303A"/>
                </a:solidFill>
                <a:latin typeface="Aptos"/>
              </a:defRPr>
            </a:pPr>
            <a:r>
              <a:t>Provides the app name, start URL and display preferences.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Practical Testing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975"/>
                </a:solidFill>
                <a:latin typeface="Aptos"/>
              </a:defRPr>
            </a:pPr>
            <a:r>
              <a:t>Run the app through VS Code Live Server or another localhost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Add a task and check that it appears.</a:t>
            </a:r>
          </a:p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Add a second task and check that both are shown.</a:t>
            </a:r>
          </a:p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Refresh the page; saved tasks should still appear.</a:t>
            </a:r>
          </a:p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Inspect Local Storage → tasks in browser developer tools.</a:t>
            </a:r>
          </a:p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Check Application → Service Workers for registration.</a:t>
            </a:r>
          </a:p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Load the app online, then test offline access to cached resources.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Common Problems and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If the task list does not work, check that all HTML IDs match app.js.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If JavaScript fails, check the browser Console for errors.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If caching fails, confirm every path in FILES exists.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If the service worker does not register, use localhost/HTTPS.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If changed files do not appear, inspect the service worker and cache; updates are not always immediate.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Practical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Add three different tasks.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Refresh the page and verify persistence.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Explain which line saves the tasks.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Explain why JSON.stringify() is needed.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Explain which service-worker code checks the cache.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Test offline loading and record what works and what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4A"/>
                </a:solidFill>
                <a:latin typeface="Aptos Display"/>
              </a:defRPr>
            </a:pPr>
            <a:r>
              <a:t>Quick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What is the difference between localStorage and the Cache API?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What does JSON.parse() do?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Why do we call event.preventDefault()?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What happens when a requested file is not in the cache and the app is offline?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What is the purpose of manifest.json?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7E6F0"/>
                </a:solidFill>
                <a:latin typeface="Aptos Display"/>
              </a:defRPr>
            </a:pPr>
            <a:r>
              <a:t>Week 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HTML provides the interface.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app.js manages tasks and the display.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localStorage saves task data.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JSON converts between arrays and stored text.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The service worker and Cache API support offline resource loading.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manifest.json describes the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5"/>
                </a:solidFill>
                <a:latin typeface="Aptos"/>
              </a:defRPr>
            </a:pPr>
            <a:r>
              <a:t>Mobile Application Development  |  Week 2                                       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